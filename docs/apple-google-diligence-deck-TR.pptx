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 AI altyapısı:Apple ve Google sonrası rota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Fikir imkânsız değil.Ama ilk konumlandırma artık savunulamaz.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Apple artık yerel modeli de bulut geçişini de ürünleştiriyor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Google, hibrit yönlendirmeyi açıkça geliştirici ürünü yaptı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Orijinal ürünün çekirdeği platform özelliğine dönüşüyor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Platformlar güçlü; ama dört ticari boşluk hâlâ açık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Üç pivot var; yalnızca biri geniş vizyonu koruyor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Öneri: Mobile AI Control Plane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günde fikir değil, satın alınabilir kanıt üret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OS’la yarışma.OS’ları orkestre 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 AI altyapısı: Apple ve Google sonrası rota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